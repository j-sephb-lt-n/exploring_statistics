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CA5C-2960-4B6E-A148-86799F1A2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0B13D-A83D-4550-814F-8A522395F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726D-A076-4A17-8B59-67879E38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5138-607F-4164-9109-73D0A165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D0022-1858-4519-B307-203A5F6B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783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6B36-4115-4F01-B14E-52FFA848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140F-2ECC-484E-B26E-79BD4039C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CC647-8E0B-4E2C-B73B-646EBCA9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9292C-4020-45FF-8729-6C0F446F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746F4-D5E1-4397-9E98-9AC135A1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781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9107-D072-4713-A50A-E12BC273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2E8C-2223-4FE0-BA6E-797B1D868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72465-27EE-4AB5-9EA8-76C83553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45C9B-448E-475B-BBFA-52C6FBF2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CCCDD-5477-4192-BDDE-B5C60327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060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140A-3B7E-4E76-9100-3A1C8BA8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E19C8-B7D6-4DCD-A441-81195FB99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AACD6-0268-4DBC-934D-C81146C03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8FBB4-A7C6-483D-81BB-7561807E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FC081-E78D-4762-99ED-5E0A8DDB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666E2-6FF8-4007-8620-26EA7A99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427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2DD8-893C-4063-8FD9-E19162EF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16A48-0663-4985-9920-4C4A9ED9F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2E772-14D7-41C4-A660-7FB78DF3C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A6D48-0429-45BD-A07E-CFD10FE88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8B0A2-1586-4F89-A732-74018AE7F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6E1D2-CA20-41D2-9D3D-54C0108B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D61485-00B8-4C37-AE40-55868EE31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6516F-58E4-403D-92B2-252819A8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547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FC27-40D9-4E7E-A790-859D2F01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679E9-6D4F-4833-B1CB-3795B9F2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EC347-0CF2-4C1B-A0BE-3A121F89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D3D40-BEA1-4A5A-861D-3FED780F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931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E812B-6633-4F12-807F-A274AAAB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82E12-F368-4471-BACD-A9F1B8E6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9AC46-4872-44F1-B00D-08CE236F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092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97E9-42C0-4F8A-9D2E-86B2C0EA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12400-BD0F-4C0B-9F6E-7702F2AC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1E26E-F9C4-4246-BE8B-B7B0D5633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922A1-C939-48E6-BFD6-2E059C2C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F550F-AD66-4B08-8144-D213BE92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B6233-0D25-48C3-AF0E-A400EA74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415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7173-5896-48C9-9DB8-B04FC7A5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77FAD-48D1-47F6-BFF6-0F45E3A7C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048B1-E941-43C0-ACF2-FB6DBA853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A3F4D-F227-47C9-9BB8-CF8A548A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6515B-9E11-4B72-B462-7D5C7826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8C3-CE0B-4037-88D1-048F40C1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234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35FA-A894-44D1-A5EC-C26135ED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0898A-05C9-4D89-A068-F3F542770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78B9-807D-4D6C-B204-F06B683D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8E5F-9E16-439F-BF6A-5FA0CD8B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CE8-E9FA-41A8-A1C1-36349ACA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341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3901E1-A727-45F5-A958-61142B3C9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16676-1352-4B77-939E-4BF55D080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07E7-2AE0-4B6F-ADF2-14766072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ADCA7-59A5-4688-B479-FD46A584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57DCC-5CE5-4F3A-8A07-618F3E4A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556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3BC3B-FB6F-49AB-9C89-4ECE61F1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E569B-FFF6-46D2-B666-785D5A806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1A83A-2E75-4B49-A33B-D2A34E8AF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55744-A005-4C7A-BE62-F6DB2163B0DF}" type="datetimeFigureOut">
              <a:rPr lang="en-ZA" smtClean="0"/>
              <a:t>02/03/2021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88346-A616-45C8-BAC3-0BEA3CA9F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0ED25-08B9-4D43-8D95-E1E8F4653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499E1-DE89-455D-9FF4-20C805AF896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216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71A0C2-01B8-4872-A771-EEE79FA39062}"/>
              </a:ext>
            </a:extLst>
          </p:cNvPr>
          <p:cNvCxnSpPr/>
          <p:nvPr/>
        </p:nvCxnSpPr>
        <p:spPr>
          <a:xfrm flipH="1">
            <a:off x="4305631" y="1276184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A06FC4-078D-4104-9E19-5532A65C302E}"/>
              </a:ext>
            </a:extLst>
          </p:cNvPr>
          <p:cNvCxnSpPr>
            <a:cxnSpLocks/>
          </p:cNvCxnSpPr>
          <p:nvPr/>
        </p:nvCxnSpPr>
        <p:spPr>
          <a:xfrm>
            <a:off x="5603033" y="1285458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D1CFA8-09FE-4368-9E2D-BA8230B3F4A8}"/>
              </a:ext>
            </a:extLst>
          </p:cNvPr>
          <p:cNvSpPr txBox="1"/>
          <p:nvPr/>
        </p:nvSpPr>
        <p:spPr>
          <a:xfrm>
            <a:off x="4098897" y="228401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24270-C76F-4007-842D-539189E4CCCD}"/>
              </a:ext>
            </a:extLst>
          </p:cNvPr>
          <p:cNvSpPr txBox="1"/>
          <p:nvPr/>
        </p:nvSpPr>
        <p:spPr>
          <a:xfrm>
            <a:off x="6673798" y="228003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BCD</a:t>
            </a:r>
            <a:endParaRPr lang="en-ZA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FF861F-4A1A-4BA7-A98B-C44B098A2B9A}"/>
              </a:ext>
            </a:extLst>
          </p:cNvPr>
          <p:cNvCxnSpPr/>
          <p:nvPr/>
        </p:nvCxnSpPr>
        <p:spPr>
          <a:xfrm flipH="1">
            <a:off x="5640776" y="2577152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F7732C-E0F4-406E-8867-100DC6AE4C8B}"/>
              </a:ext>
            </a:extLst>
          </p:cNvPr>
          <p:cNvCxnSpPr>
            <a:cxnSpLocks/>
          </p:cNvCxnSpPr>
          <p:nvPr/>
        </p:nvCxnSpPr>
        <p:spPr>
          <a:xfrm>
            <a:off x="6938178" y="2586426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C23080-AA37-48E8-B694-A1CC4B8A2F77}"/>
              </a:ext>
            </a:extLst>
          </p:cNvPr>
          <p:cNvSpPr txBox="1"/>
          <p:nvPr/>
        </p:nvSpPr>
        <p:spPr>
          <a:xfrm>
            <a:off x="5434042" y="358498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B6B-06B4-4B32-AD2D-2568210285EE}"/>
              </a:ext>
            </a:extLst>
          </p:cNvPr>
          <p:cNvSpPr txBox="1"/>
          <p:nvPr/>
        </p:nvSpPr>
        <p:spPr>
          <a:xfrm>
            <a:off x="8008943" y="358100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CD</a:t>
            </a:r>
            <a:endParaRPr lang="en-ZA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BB6A24-3373-490C-B394-8BA9746E755B}"/>
              </a:ext>
            </a:extLst>
          </p:cNvPr>
          <p:cNvCxnSpPr/>
          <p:nvPr/>
        </p:nvCxnSpPr>
        <p:spPr>
          <a:xfrm flipH="1">
            <a:off x="7002449" y="3887394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D2C0BB-4B13-48DC-8554-68D529A4407D}"/>
              </a:ext>
            </a:extLst>
          </p:cNvPr>
          <p:cNvCxnSpPr>
            <a:cxnSpLocks/>
          </p:cNvCxnSpPr>
          <p:nvPr/>
        </p:nvCxnSpPr>
        <p:spPr>
          <a:xfrm>
            <a:off x="8299851" y="3896668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196942-5451-4C37-8B29-09CAF6606C0A}"/>
              </a:ext>
            </a:extLst>
          </p:cNvPr>
          <p:cNvSpPr txBox="1"/>
          <p:nvPr/>
        </p:nvSpPr>
        <p:spPr>
          <a:xfrm>
            <a:off x="6795715" y="489522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en-Z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0520F7-2986-465C-B5FC-913AC842FBF1}"/>
              </a:ext>
            </a:extLst>
          </p:cNvPr>
          <p:cNvSpPr txBox="1"/>
          <p:nvPr/>
        </p:nvSpPr>
        <p:spPr>
          <a:xfrm>
            <a:off x="9517715" y="48634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F55B52-B84F-4371-9B90-87EF5ADF1D5B}"/>
              </a:ext>
            </a:extLst>
          </p:cNvPr>
          <p:cNvSpPr txBox="1"/>
          <p:nvPr/>
        </p:nvSpPr>
        <p:spPr>
          <a:xfrm>
            <a:off x="4585266" y="15285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85A1BD-5DFB-41B7-9F35-B7F90AD35217}"/>
              </a:ext>
            </a:extLst>
          </p:cNvPr>
          <p:cNvSpPr txBox="1"/>
          <p:nvPr/>
        </p:nvSpPr>
        <p:spPr>
          <a:xfrm>
            <a:off x="6280194" y="15285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Z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B2ED0B-28EC-4631-8384-7EE4B7D4AF48}"/>
              </a:ext>
            </a:extLst>
          </p:cNvPr>
          <p:cNvSpPr txBox="1"/>
          <p:nvPr/>
        </p:nvSpPr>
        <p:spPr>
          <a:xfrm>
            <a:off x="5988672" y="284689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Z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DBE7EE-7468-473E-ABB7-445CB79AF058}"/>
              </a:ext>
            </a:extLst>
          </p:cNvPr>
          <p:cNvSpPr txBox="1"/>
          <p:nvPr/>
        </p:nvSpPr>
        <p:spPr>
          <a:xfrm>
            <a:off x="7588197" y="284689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Z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EC7F91-A257-401E-AE31-FE0C456C5E71}"/>
              </a:ext>
            </a:extLst>
          </p:cNvPr>
          <p:cNvSpPr txBox="1"/>
          <p:nvPr/>
        </p:nvSpPr>
        <p:spPr>
          <a:xfrm>
            <a:off x="8923343" y="413044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ZA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3DFD69-6CB7-4B0D-9A8B-4610D6297CAB}"/>
              </a:ext>
            </a:extLst>
          </p:cNvPr>
          <p:cNvSpPr txBox="1"/>
          <p:nvPr/>
        </p:nvSpPr>
        <p:spPr>
          <a:xfrm>
            <a:off x="7323817" y="410744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3294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71A0C2-01B8-4872-A771-EEE79FA39062}"/>
              </a:ext>
            </a:extLst>
          </p:cNvPr>
          <p:cNvCxnSpPr/>
          <p:nvPr/>
        </p:nvCxnSpPr>
        <p:spPr>
          <a:xfrm flipH="1">
            <a:off x="2655735" y="1252330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A06FC4-078D-4104-9E19-5532A65C302E}"/>
              </a:ext>
            </a:extLst>
          </p:cNvPr>
          <p:cNvCxnSpPr>
            <a:cxnSpLocks/>
          </p:cNvCxnSpPr>
          <p:nvPr/>
        </p:nvCxnSpPr>
        <p:spPr>
          <a:xfrm>
            <a:off x="3962371" y="1252330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D1CFA8-09FE-4368-9E2D-BA8230B3F4A8}"/>
              </a:ext>
            </a:extLst>
          </p:cNvPr>
          <p:cNvSpPr txBox="1"/>
          <p:nvPr/>
        </p:nvSpPr>
        <p:spPr>
          <a:xfrm>
            <a:off x="2433744" y="223060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24270-C76F-4007-842D-539189E4CCCD}"/>
              </a:ext>
            </a:extLst>
          </p:cNvPr>
          <p:cNvSpPr txBox="1"/>
          <p:nvPr/>
        </p:nvSpPr>
        <p:spPr>
          <a:xfrm>
            <a:off x="3779523" y="22593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ZA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E0F90E-0BC8-4C80-B926-D4A30DB85E7C}"/>
              </a:ext>
            </a:extLst>
          </p:cNvPr>
          <p:cNvCxnSpPr>
            <a:cxnSpLocks/>
          </p:cNvCxnSpPr>
          <p:nvPr/>
        </p:nvCxnSpPr>
        <p:spPr>
          <a:xfrm>
            <a:off x="3959072" y="1244379"/>
            <a:ext cx="0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0A3237-9047-4CD7-BF08-B96F5C79DEAA}"/>
              </a:ext>
            </a:extLst>
          </p:cNvPr>
          <p:cNvSpPr txBox="1"/>
          <p:nvPr/>
        </p:nvSpPr>
        <p:spPr>
          <a:xfrm>
            <a:off x="5125302" y="22593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CDEF</a:t>
            </a:r>
            <a:endParaRPr lang="en-ZA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BFA08EF-DC91-4DAB-8080-B548B9C3CEA8}"/>
              </a:ext>
            </a:extLst>
          </p:cNvPr>
          <p:cNvCxnSpPr/>
          <p:nvPr/>
        </p:nvCxnSpPr>
        <p:spPr>
          <a:xfrm flipH="1">
            <a:off x="4114112" y="2599939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A6AAD1-6ABB-422E-BB46-F1715EFFF719}"/>
              </a:ext>
            </a:extLst>
          </p:cNvPr>
          <p:cNvCxnSpPr>
            <a:cxnSpLocks/>
          </p:cNvCxnSpPr>
          <p:nvPr/>
        </p:nvCxnSpPr>
        <p:spPr>
          <a:xfrm>
            <a:off x="5420748" y="2599939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75AF83-04E1-4639-981D-B8ADC505848E}"/>
              </a:ext>
            </a:extLst>
          </p:cNvPr>
          <p:cNvSpPr txBox="1"/>
          <p:nvPr/>
        </p:nvSpPr>
        <p:spPr>
          <a:xfrm>
            <a:off x="3892121" y="357821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en-Z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302526-C34E-490B-8321-28B9F99A6343}"/>
              </a:ext>
            </a:extLst>
          </p:cNvPr>
          <p:cNvSpPr txBox="1"/>
          <p:nvPr/>
        </p:nvSpPr>
        <p:spPr>
          <a:xfrm>
            <a:off x="5237900" y="36069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en-ZA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67406E-FC85-4C9A-B784-76AF27EF32B5}"/>
              </a:ext>
            </a:extLst>
          </p:cNvPr>
          <p:cNvCxnSpPr>
            <a:cxnSpLocks/>
          </p:cNvCxnSpPr>
          <p:nvPr/>
        </p:nvCxnSpPr>
        <p:spPr>
          <a:xfrm>
            <a:off x="5417449" y="2591988"/>
            <a:ext cx="0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E5C2F75-BDC4-476C-8102-27131560A4F6}"/>
              </a:ext>
            </a:extLst>
          </p:cNvPr>
          <p:cNvSpPr txBox="1"/>
          <p:nvPr/>
        </p:nvSpPr>
        <p:spPr>
          <a:xfrm>
            <a:off x="6583679" y="36069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</a:t>
            </a:r>
            <a:endParaRPr lang="en-ZA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7DE8D0-A17E-4DA7-8155-BA985CC80ACD}"/>
              </a:ext>
            </a:extLst>
          </p:cNvPr>
          <p:cNvCxnSpPr/>
          <p:nvPr/>
        </p:nvCxnSpPr>
        <p:spPr>
          <a:xfrm flipH="1">
            <a:off x="5502280" y="3939597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97B4A78-2991-46A0-8FFE-F020AD8ED630}"/>
              </a:ext>
            </a:extLst>
          </p:cNvPr>
          <p:cNvCxnSpPr>
            <a:cxnSpLocks/>
          </p:cNvCxnSpPr>
          <p:nvPr/>
        </p:nvCxnSpPr>
        <p:spPr>
          <a:xfrm>
            <a:off x="6808916" y="3939597"/>
            <a:ext cx="1300039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1BDE994-9DC4-43A9-9D65-99E88C56BCCE}"/>
              </a:ext>
            </a:extLst>
          </p:cNvPr>
          <p:cNvSpPr txBox="1"/>
          <p:nvPr/>
        </p:nvSpPr>
        <p:spPr>
          <a:xfrm>
            <a:off x="5280289" y="49178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D94AE7-93BC-4AE8-ACDE-94EB81259059}"/>
              </a:ext>
            </a:extLst>
          </p:cNvPr>
          <p:cNvSpPr txBox="1"/>
          <p:nvPr/>
        </p:nvSpPr>
        <p:spPr>
          <a:xfrm>
            <a:off x="6626068" y="494657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0FBEFD-20E3-4635-80A0-99CF463483F0}"/>
              </a:ext>
            </a:extLst>
          </p:cNvPr>
          <p:cNvSpPr txBox="1"/>
          <p:nvPr/>
        </p:nvSpPr>
        <p:spPr>
          <a:xfrm>
            <a:off x="3053934" y="15198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78AF-B83A-4D91-835A-7E4215F62E88}"/>
              </a:ext>
            </a:extLst>
          </p:cNvPr>
          <p:cNvSpPr txBox="1"/>
          <p:nvPr/>
        </p:nvSpPr>
        <p:spPr>
          <a:xfrm>
            <a:off x="3779523" y="166487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DD44D-6554-4F83-AB7C-06C1EAE3E8A2}"/>
              </a:ext>
            </a:extLst>
          </p:cNvPr>
          <p:cNvSpPr txBox="1"/>
          <p:nvPr/>
        </p:nvSpPr>
        <p:spPr>
          <a:xfrm>
            <a:off x="4499751" y="15384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F92E0D-5CFB-41C6-A173-56C9E2724466}"/>
              </a:ext>
            </a:extLst>
          </p:cNvPr>
          <p:cNvSpPr txBox="1"/>
          <p:nvPr/>
        </p:nvSpPr>
        <p:spPr>
          <a:xfrm>
            <a:off x="4621679" y="292854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574EE5-7E5C-46F6-BE2B-A1A2CBFCF863}"/>
              </a:ext>
            </a:extLst>
          </p:cNvPr>
          <p:cNvSpPr txBox="1"/>
          <p:nvPr/>
        </p:nvSpPr>
        <p:spPr>
          <a:xfrm>
            <a:off x="3779523" y="165999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F81C5E-66EE-44F2-91C0-42A45317661E}"/>
              </a:ext>
            </a:extLst>
          </p:cNvPr>
          <p:cNvSpPr txBox="1"/>
          <p:nvPr/>
        </p:nvSpPr>
        <p:spPr>
          <a:xfrm>
            <a:off x="5262410" y="298410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8D224-92E1-407A-8DCE-961600022A33}"/>
              </a:ext>
            </a:extLst>
          </p:cNvPr>
          <p:cNvSpPr txBox="1"/>
          <p:nvPr/>
        </p:nvSpPr>
        <p:spPr>
          <a:xfrm>
            <a:off x="5921718" y="291879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E4E76E-4127-4274-8E97-B0F56BB5CC51}"/>
              </a:ext>
            </a:extLst>
          </p:cNvPr>
          <p:cNvSpPr txBox="1"/>
          <p:nvPr/>
        </p:nvSpPr>
        <p:spPr>
          <a:xfrm>
            <a:off x="4622902" y="292617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DB8565-11C7-403D-90B4-04511A471301}"/>
              </a:ext>
            </a:extLst>
          </p:cNvPr>
          <p:cNvSpPr txBox="1"/>
          <p:nvPr/>
        </p:nvSpPr>
        <p:spPr>
          <a:xfrm>
            <a:off x="5968092" y="430201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</a:t>
            </a:r>
            <a:endParaRPr lang="en-ZA" dirty="0">
              <a:solidFill>
                <a:srgbClr val="0070C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A7FA7DC-EC40-433E-8720-81D89D4C98CF}"/>
              </a:ext>
            </a:extLst>
          </p:cNvPr>
          <p:cNvCxnSpPr>
            <a:cxnSpLocks/>
          </p:cNvCxnSpPr>
          <p:nvPr/>
        </p:nvCxnSpPr>
        <p:spPr>
          <a:xfrm>
            <a:off x="6802319" y="3939597"/>
            <a:ext cx="0" cy="105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A628799-3EF3-4230-910F-B3D22364A5E0}"/>
              </a:ext>
            </a:extLst>
          </p:cNvPr>
          <p:cNvSpPr txBox="1"/>
          <p:nvPr/>
        </p:nvSpPr>
        <p:spPr>
          <a:xfrm>
            <a:off x="6657205" y="429066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</a:t>
            </a:r>
            <a:endParaRPr lang="en-Z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56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31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Bolton</dc:creator>
  <cp:lastModifiedBy>Joseph Bolton</cp:lastModifiedBy>
  <cp:revision>3</cp:revision>
  <dcterms:created xsi:type="dcterms:W3CDTF">2021-03-02T05:17:21Z</dcterms:created>
  <dcterms:modified xsi:type="dcterms:W3CDTF">2021-03-02T06:46:47Z</dcterms:modified>
</cp:coreProperties>
</file>